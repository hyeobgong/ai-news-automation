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뉴스 자동화 프로젝트 기획안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매일 아침 9시, 나만의 AI 비서 만들기</a:t>
            </a:r>
          </a:p>
          <a:p>
            <a:r>
              <a:t>(Slack 연동 &amp; Gemini 기반)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프로젝트 정의 및 규칙 (Rules)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알림 채널: Slack (슬랙)</a:t>
            </a:r>
          </a:p>
          <a:p>
            <a:r>
              <a:t>   - 업무용 메신저 활용, Webhook 연동 용이</a:t>
            </a:r>
          </a:p>
          <a:p>
            <a:r>
              <a:t>2) 콘텐츠 포맷: [제목] + [3줄 요약] + [원문 링크]</a:t>
            </a:r>
          </a:p>
          <a:p>
            <a:r>
              <a:t>   - 가독성 최우선, 이미지 프리뷰 포함</a:t>
            </a:r>
          </a:p>
          <a:p>
            <a:r>
              <a:t>3) 언어 설정: 한국어 요약 기본 (영어 원문 옵션)</a:t>
            </a:r>
          </a:p>
          <a:p>
            <a:r>
              <a:t>   - Gemini 프롬프트로 '한국어 번역 요약' 지시</a:t>
            </a:r>
          </a:p>
          <a:p>
            <a:r>
              <a:t>4) 저작권 준수: 전문(Full-text) 수집 금지</a:t>
            </a:r>
          </a:p>
          <a:p>
            <a:r>
              <a:t>   - 요약문과 링크만 제공하여 저작권 이슈 회피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단계별 추천 도구 (Tech 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① 수집 (Collector): Python (feedparser)</a:t>
            </a:r>
          </a:p>
          <a:p>
            <a:r>
              <a:t>   - Google News RSS 등에서 24시간 이내 뉴스 필터링</a:t>
            </a:r>
          </a:p>
          <a:p/>
          <a:p>
            <a:r>
              <a:t>② 지능형 처리 (AI Brain): Google Gemini API (Flash)</a:t>
            </a:r>
          </a:p>
          <a:p>
            <a:r>
              <a:t>   - 역할: 번역, 3줄 요약, 중복 기사 통합</a:t>
            </a:r>
          </a:p>
          <a:p/>
          <a:p>
            <a:r>
              <a:t>③ 자동화 (Scheduler): GitHub Actions</a:t>
            </a:r>
          </a:p>
          <a:p>
            <a:r>
              <a:t>   - 매일 오전 9시(KST) 자동 실행 (서버 비용 0원)</a:t>
            </a:r>
          </a:p>
          <a:p/>
          <a:p>
            <a:r>
              <a:t>④ 알림 (Notifier): Slack Incoming Webhook</a:t>
            </a:r>
          </a:p>
          <a:p>
            <a:r>
              <a:t>   - 텔레그램 대체, 깔끔한 UI 제공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전체 워크플로우 (Process)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09:00 AM Trigger</a:t>
            </a:r>
          </a:p>
          <a:p>
            <a:r>
              <a:t>(GitHub Actions)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834640" y="2651760"/>
            <a:ext cx="73152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뉴스 수집 &amp; 필터링</a:t>
            </a:r>
          </a:p>
          <a:p>
            <a:r>
              <a:t>(Python)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577840" y="2651760"/>
            <a:ext cx="73152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요약 &amp; 번역</a:t>
            </a:r>
          </a:p>
          <a:p>
            <a:r>
              <a:t>(Gemini API)</a:t>
            </a:r>
          </a:p>
        </p:txBody>
      </p:sp>
      <p:sp>
        <p:nvSpPr>
          <p:cNvPr id="8" name="Down Arrow 7"/>
          <p:cNvSpPr/>
          <p:nvPr/>
        </p:nvSpPr>
        <p:spPr>
          <a:xfrm>
            <a:off x="7315200" y="3291840"/>
            <a:ext cx="182880" cy="73152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4114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Slack 알림 전송</a:t>
            </a:r>
          </a:p>
          <a:p>
            <a:r>
              <a:t>(Webhook)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프로젝트 마인드맵 (Mind Map)</a:t>
            </a:r>
          </a:p>
        </p:txBody>
      </p:sp>
      <p:sp>
        <p:nvSpPr>
          <p:cNvPr id="3" name="Oval 2"/>
          <p:cNvSpPr/>
          <p:nvPr/>
        </p:nvSpPr>
        <p:spPr>
          <a:xfrm>
            <a:off x="3429000" y="2514600"/>
            <a:ext cx="2286000" cy="1371600"/>
          </a:xfrm>
          <a:prstGeom prst="ellipse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뉴스</a:t>
            </a:r>
          </a:p>
          <a:p>
            <a:r>
              <a:t>자동화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828800" cy="914400"/>
          </a:xfrm>
          <a:prstGeom prst="rect">
            <a:avLst/>
          </a:prstGeom>
          <a:solidFill>
            <a:srgbClr val="ADD8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수집 (Source)</a:t>
            </a:r>
          </a:p>
          <a:p>
            <a:r>
              <a:t>- Google RSS</a:t>
            </a:r>
          </a:p>
          <a:p>
            <a:r>
              <a:t>- TechCrunch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3200400" y="1828800"/>
            <a:ext cx="228600" cy="1143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943600" y="1371600"/>
            <a:ext cx="1828800" cy="914400"/>
          </a:xfrm>
          <a:prstGeom prst="rect">
            <a:avLst/>
          </a:prstGeom>
          <a:solidFill>
            <a:srgbClr val="90EE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처리 (AI)</a:t>
            </a:r>
          </a:p>
          <a:p>
            <a:r>
              <a:t>- Gemini Flash</a:t>
            </a:r>
          </a:p>
          <a:p>
            <a:r>
              <a:t>- 한국어 요약</a:t>
            </a:r>
          </a:p>
          <a:p>
            <a:r>
              <a:t>- 중복 제거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5715000" y="1828800"/>
            <a:ext cx="228600" cy="1143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371600" y="4114800"/>
            <a:ext cx="1828800" cy="914400"/>
          </a:xfrm>
          <a:prstGeom prst="rect">
            <a:avLst/>
          </a:prstGeom>
          <a:solidFill>
            <a:srgbClr val="FFB6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알림 (Output)</a:t>
            </a:r>
          </a:p>
          <a:p>
            <a:r>
              <a:t>- Slack</a:t>
            </a:r>
          </a:p>
          <a:p>
            <a:r>
              <a:t>- 제목+3줄요약</a:t>
            </a:r>
          </a:p>
          <a:p>
            <a:r>
              <a:t>- 원문 링크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200400" y="3429000"/>
            <a:ext cx="228600" cy="1143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943600" y="4114800"/>
            <a:ext cx="1828800" cy="914400"/>
          </a:xfrm>
          <a:prstGeom prst="rect">
            <a:avLst/>
          </a:prstGeom>
          <a:solidFill>
            <a:srgbClr val="DDA0D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인프라 (Infra)</a:t>
            </a:r>
          </a:p>
          <a:p>
            <a:r>
              <a:t>- Python</a:t>
            </a:r>
          </a:p>
          <a:p>
            <a:r>
              <a:t>- GitHub Actions</a:t>
            </a:r>
          </a:p>
          <a:p>
            <a:r>
              <a:t>- 09:00 KST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15000" y="3429000"/>
            <a:ext cx="228600" cy="1143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최종 결과물 예시 (Slack)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🤖 [AI Daily Briefing] 2026-02-17</a:t>
            </a:r>
          </a:p>
          <a:p/>
          <a:p>
            <a:r>
              <a:t>1. OpenAI, 차세대 추론 모델 'o3' 발표</a:t>
            </a:r>
          </a:p>
          <a:p>
            <a:r>
              <a:t>   - 기존 o1 모델 대비 수학적 추론 능력 30% 향상</a:t>
            </a:r>
          </a:p>
          <a:p>
            <a:r>
              <a:t>   - 기업용 API 가격 50% 인하</a:t>
            </a:r>
          </a:p>
          <a:p>
            <a:r>
              <a:t>   👉 [원문 보기 (TechCrunch)](https://example.com)</a:t>
            </a:r>
          </a:p>
          <a:p/>
          <a:p>
            <a:r>
              <a:t>2. 구글, Gemini 2.0 업데이트</a:t>
            </a:r>
          </a:p>
          <a:p>
            <a:r>
              <a:t>   - 멀티모달 기능 강화로 비디오 인식 속도 2배 증가</a:t>
            </a:r>
          </a:p>
          <a:p>
            <a:r>
              <a:t>   - 개발자용 1M 컨텍스트 윈도우 무료 제공</a:t>
            </a:r>
          </a:p>
          <a:p>
            <a:r>
              <a:t>   👉 [원문 보기 (Google Blog)](https://example.com)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