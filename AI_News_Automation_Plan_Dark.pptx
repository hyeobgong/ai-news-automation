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AI 뉴스 자동화 프로젝트 기획안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 b="0">
                <a:solidFill>
                  <a:srgbClr val="FFFFFF"/>
                </a:solidFill>
              </a:defRPr>
            </a:pPr>
            <a:r>
              <a:t>매일 아침 9시, 나만의 AI 비서 만들기</a:t>
            </a:r>
          </a:p>
          <a:p>
            <a:pPr>
              <a:defRPr sz="2400" b="0">
                <a:solidFill>
                  <a:srgbClr val="FFFFFF"/>
                </a:solidFill>
              </a:defRPr>
            </a:pPr>
            <a:r>
              <a:t>(Slack 연동 &amp; Gemini 기반)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1. 프로젝트 정의 및 규칙 (Rules)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1) 알림 채널: Slack (슬랙)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업무용 메신저 활용, Webhook 연동 용이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2) 콘텐츠 포맷: [제목] + [3줄 요약] + [원문 링크]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가독성 최우선, 이미지 프리뷰 포함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3) 언어 설정: 한국어 요약 기본 (영어 원문 옵션)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Gemini 프롬프트로 '한국어 번역 요약' 지시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4) 저작권 준수: 전문(Full-text) 수집 금지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요약문과 링크만 제공하여 저작권 이슈 회피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2. 단계별 추천 도구 (Tech Stack)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① 수집 (Collector): Python (feedparser)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Google News RSS 등에서 24시간 이내 뉴스 필터링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② 지능형 처리 (AI Brain): Google Gemini API (Flash)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역할: 번역, 3줄 요약, 중복 기사 통합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③ 자동화 (Scheduler): GitHub Actions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매일 오전 9시(KST) 자동 실행 (서버 비용 0원)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④ 알림 (Notifier): Slack Incoming Webhook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텔레그램 대체, 깔끔한 UI 제공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3. 전체 워크플로우 (Process)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1828800" cy="914400"/>
          </a:xfrm>
          <a:prstGeom prst="roundRect">
            <a:avLst/>
          </a:prstGeom>
          <a:solidFill>
            <a:srgbClr val="B0C4D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09:00 AM Trigger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(GitHub Actions)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834640" y="2651760"/>
            <a:ext cx="731520" cy="18288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0" y="2286000"/>
            <a:ext cx="1828800" cy="914400"/>
          </a:xfrm>
          <a:prstGeom prst="roundRect">
            <a:avLst/>
          </a:prstGeom>
          <a:solidFill>
            <a:srgbClr val="98FB9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뉴스 수집 &amp; 필터링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(Python)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577840" y="2651760"/>
            <a:ext cx="731520" cy="182880"/>
          </a:xfrm>
          <a:prstGeom prst="right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0" y="2286000"/>
            <a:ext cx="1828800" cy="914400"/>
          </a:xfrm>
          <a:prstGeom prst="roundRect">
            <a:avLst/>
          </a:prstGeom>
          <a:solidFill>
            <a:srgbClr val="87CE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AI 요약 &amp; 번역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(Gemini API)</a:t>
            </a:r>
          </a:p>
        </p:txBody>
      </p:sp>
      <p:sp>
        <p:nvSpPr>
          <p:cNvPr id="8" name="Down Arrow 7"/>
          <p:cNvSpPr/>
          <p:nvPr/>
        </p:nvSpPr>
        <p:spPr>
          <a:xfrm>
            <a:off x="7315200" y="3291840"/>
            <a:ext cx="182880" cy="731520"/>
          </a:xfrm>
          <a:prstGeom prst="downArrow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4114800"/>
            <a:ext cx="1828800" cy="914400"/>
          </a:xfrm>
          <a:prstGeom prst="roundRect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Slack 알림 전송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(Webhook)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4. 프로젝트 마인드맵 (Mind Map)</a:t>
            </a:r>
          </a:p>
        </p:txBody>
      </p:sp>
      <p:sp>
        <p:nvSpPr>
          <p:cNvPr id="3" name="Oval 2"/>
          <p:cNvSpPr/>
          <p:nvPr/>
        </p:nvSpPr>
        <p:spPr>
          <a:xfrm>
            <a:off x="3429000" y="2514600"/>
            <a:ext cx="2286000" cy="1371600"/>
          </a:xfrm>
          <a:prstGeom prst="ellipse">
            <a:avLst/>
          </a:prstGeom>
          <a:solidFill>
            <a:srgbClr val="FFD7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AI 뉴스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자동화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1828800" cy="914400"/>
          </a:xfrm>
          <a:prstGeom prst="rect">
            <a:avLst/>
          </a:prstGeom>
          <a:solidFill>
            <a:srgbClr val="B0C4D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수집 (Source)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Google RSS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TechCrunch</a:t>
            </a:r>
          </a:p>
        </p:txBody>
      </p:sp>
      <p:cxnSp>
        <p:nvCxnSpPr>
          <p:cNvPr id="5" name="Connector 4"/>
          <p:cNvCxnSpPr/>
          <p:nvPr/>
        </p:nvCxnSpPr>
        <p:spPr>
          <a:xfrm flipH="1" flipV="1">
            <a:off x="3200400" y="1828800"/>
            <a:ext cx="228600" cy="13716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943600" y="1371600"/>
            <a:ext cx="1828800" cy="914400"/>
          </a:xfrm>
          <a:prstGeom prst="rect">
            <a:avLst/>
          </a:prstGeom>
          <a:solidFill>
            <a:srgbClr val="90EE9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처리 (AI)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Gemini Flash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한국어 요약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중복 제거</a:t>
            </a:r>
          </a:p>
        </p:txBody>
      </p:sp>
      <p:cxnSp>
        <p:nvCxnSpPr>
          <p:cNvPr id="7" name="Connector 6"/>
          <p:cNvCxnSpPr/>
          <p:nvPr/>
        </p:nvCxnSpPr>
        <p:spPr>
          <a:xfrm flipV="1">
            <a:off x="5715000" y="1828800"/>
            <a:ext cx="228600" cy="13716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1371600" y="4114800"/>
            <a:ext cx="1828800" cy="914400"/>
          </a:xfrm>
          <a:prstGeom prst="rect">
            <a:avLst/>
          </a:prstGeom>
          <a:solidFill>
            <a:srgbClr val="FFB6C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알림 (Output)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Slack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제목+3줄요약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원문 링크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00400" y="3200400"/>
            <a:ext cx="228600" cy="13716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5943600" y="4114800"/>
            <a:ext cx="1828800" cy="914400"/>
          </a:xfrm>
          <a:prstGeom prst="rect">
            <a:avLst/>
          </a:prstGeom>
          <a:solidFill>
            <a:srgbClr val="DDA0DD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000000"/>
                </a:solidFill>
              </a:defRPr>
            </a:pPr>
            <a:r>
              <a:t>인프라 (Infra)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Python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GitHub Actions</a:t>
            </a:r>
          </a:p>
          <a:p>
            <a:pPr>
              <a:defRPr sz="1400" b="1">
                <a:solidFill>
                  <a:srgbClr val="000000"/>
                </a:solidFill>
              </a:defRPr>
            </a:pPr>
            <a:r>
              <a:t>- 09:00 KST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715000" y="3200400"/>
            <a:ext cx="228600" cy="137160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5. 최종 결과물 예시 (Slack)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0">
                <a:solidFill>
                  <a:srgbClr val="FFFFFF"/>
                </a:solidFill>
              </a:defRPr>
            </a:pPr>
            <a:r>
              <a:t>🤖 [AI Daily Briefing] 2026-02-17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1. OpenAI, 차세대 추론 모델 'o3' 발표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기존 o1 모델 대비 수학적 추론 능력 30% 향상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기업용 API 가격 50% 인하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👉 [원문 보기 (TechCrunch)](https://example.com)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2. 구글, Gemini 2.0 업데이트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멀티모달 기능 강화로 비디오 인식 속도 2배 증가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- 개발자용 1M 컨텍스트 윈도우 무료 제공</a:t>
            </a:r>
          </a:p>
          <a:p>
            <a:pPr>
              <a:defRPr sz="1800" b="0">
                <a:solidFill>
                  <a:srgbClr val="FFFFFF"/>
                </a:solidFill>
              </a:defRPr>
            </a:pPr>
            <a:r>
              <a:t>   👉 [원문 보기 (Google Blog)](https://example.com)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