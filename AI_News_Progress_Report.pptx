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64B4FF"/>
                </a:solidFill>
              </a:defRPr>
            </a:pPr>
            <a:r>
              <a:t>AI 뉴스 자동화 프로젝트</a:t>
            </a:r>
          </a:p>
          <a:p>
            <a:r>
              <a:t>진행 상황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F0F0F0"/>
                </a:solidFill>
              </a:defRPr>
            </a:pPr>
            <a:r>
              <a:t>2026년 2월 18일</a:t>
            </a:r>
          </a:p>
          <a:p>
            <a:pPr>
              <a:defRPr sz="2400" b="0">
                <a:solidFill>
                  <a:srgbClr val="F0F0F0"/>
                </a:solidFill>
              </a:defRPr>
            </a:pPr>
            <a:r>
              <a:t>작성자: AI 뉴스 자동화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4B4FF"/>
                </a:solidFill>
              </a:defRPr>
            </a:pPr>
            <a:r>
              <a:t>1. 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0F0F0"/>
                </a:solidFill>
              </a:defRPr>
            </a:pPr>
            <a:r>
              <a:t>목표: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- 매일 쏟아지는 AI 관련 뉴스를 자동 수집 및 요약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- 사용자에게 핵심 정보만 간추려 제공 (시간 절약)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핵심 기능: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- Google News RSS 기반 실시간 뉴스 수집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- TF-IDF 알고리즘을 통한 중복 기사 제거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- Gemini Pro/Flash API를 활용한 3줄 요약 및 중요도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4B4FF"/>
                </a:solidFill>
              </a:defRPr>
            </a:pPr>
            <a:r>
              <a:t>2. 개발 진행 상황 (Phase 1 &amp; 2 완료)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0F0F0"/>
                </a:solidFill>
              </a:defRPr>
            </a:pPr>
            <a:r>
              <a:t>✅ 기획 및 문서화 (Completed)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프로젝트 계획 PPT 생성기 (make_ppt.py) 구현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GitHub 리포지토리 설정 및 README 작성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✅ 뉴스 수집기 (Collector)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'생성형 AI' 등 키워드 기반 RSS 크롤링 구현 (feedparser)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✅ 뉴스 처리기 (Processor)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중복 기사 필터링 (TF-IDF + Cosine Similarity)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Gemini API 연동을 통한 기사 분류 및 요약 로직 구현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4B4FF"/>
                </a:solidFill>
              </a:defRPr>
            </a:pPr>
            <a:r>
              <a:t>3. 주요 이슈 및 해결 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0F0F0"/>
                </a:solidFill>
              </a:defRPr>
            </a:pPr>
            <a:r>
              <a:t>🚨 이슈 1: Gemini API 할당량 초과 (429 Error)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원인: 무료 티어(Free Tier) 사용량 제한 도달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해결: API 오류 발생 시 프로그램이 멈추지 않도록 예외 처리 강화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대안: 더미 데이터(Dummy Data) 생성 로직을 추가하여 전체 파이프라인 테스트 가능하도록 조치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⚠️ 이슈 2: 중복 제거 정확도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현황: 제목이 유사해도 키워드 차이로 다른 기사로 인식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계획: 유사도 임계값(Threshold) 조정 (0.6 → 0.4) 및 비교 대상 확대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4B4FF"/>
                </a:solidFill>
              </a:defRPr>
            </a:pPr>
            <a:r>
              <a:t>4. 향후 계획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0F0F0"/>
                </a:solidFill>
              </a:defRPr>
            </a:pPr>
            <a:r>
              <a:t>1️⃣ API 안정화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유료 API 키 전환 또는 새 키 발급을 통한 모델 정상화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2️⃣ 데이터 저장소 구축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분석된 뉴스를 로컬 파일(JSON) 또는 DB에 저장하는 구조 마련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3️⃣ 리포트 생성 및 배포 자동화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매일 아침 자동 실행되도록 GitHub Actions 워크플로우 설정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   - 이메일 또는 슬랙(Slack)으로 요약본 전송 기능 추가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4B4FF"/>
                </a:solidFill>
              </a:defRPr>
            </a:pPr>
            <a:r>
              <a:t>5. 사용 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0F0F0"/>
                </a:solidFill>
              </a:defRPr>
            </a:pPr>
            <a:r>
              <a:t>💻 언어: Python 3.13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📊 문서 자동화: python-pptx (PPT 생성)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🌐 수집: feedparser (RSS 크롤링)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🧠 AI 모델: Google Gemini (google-genai) 2.0/1.5 Flash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🧮 분석: scikit-learn (TF-IDF, Cosine Similarity)</a:t>
            </a:r>
          </a:p>
          <a:p>
            <a:pPr>
              <a:defRPr sz="2000" b="0">
                <a:solidFill>
                  <a:srgbClr val="F0F0F0"/>
                </a:solidFill>
              </a:defRPr>
            </a:pPr>
            <a:r>
              <a:t>⚙️ 관리: Git, GitHub, python-dotenv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